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1248-726E-4416-AA7A-2FB611371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817A6-8A66-40F6-9B3E-F86EE2C48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2BA2-E18C-44E6-832D-3946B650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8B5C-1734-459D-ACFD-D50426BA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BC92-5781-4C9F-833D-FF1FF597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5699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968D-67F1-4CD8-BA04-107F0AAC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BDDB-049A-42E6-ACEE-9A1C6A3B1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C869A-026A-4038-AE90-0C43851C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7597-4350-4D36-9527-18353B4BB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0E7FB-E150-45A0-A22E-39852495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0798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2C716-5267-4059-944C-89D56773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CE206-1C2F-4A05-A306-38DFE2FA5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5561-3F6F-410A-B923-A9F946A7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08CE8-275A-470B-A193-CD6E909B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F0B50-05CC-4BD8-82E5-67908776A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8054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31A7-B608-43B0-9A45-648674A7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7409-8EA3-45F7-A443-E41E82B14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8CC45-27EC-43BB-AFB0-80071BA6D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3559E-E2ED-4062-9431-BD84C646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82194-C8C8-4B89-B6F6-B0176713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6E315-033D-4A16-981E-E1B23158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90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CFAD-C134-44D7-B40E-104744B0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226C6-6DB6-49F7-BE3A-A1DE2F6AE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4BD89-84E8-4885-AF03-16308D335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E1233-3627-43F7-92D7-29882480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907F9-7A25-49A0-A14B-16BA3B16D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773D03-F35A-4999-8DE2-280E547D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EDC57-D2BE-4035-8ACE-3B2B37EF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302BE-BCC7-4598-A3F9-BE0A3F26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059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C000-E57B-4ADC-A7DB-21539E54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2F2B7-FFD4-4626-B6D1-B6FF4562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6F26B-72B9-4D67-B488-7B75EE0E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1E0B-477E-4225-9394-B487116A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2676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EED4B-11AB-4F76-81BA-79907B9F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9D8A4-8B00-435D-A89C-4B196159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CF560-C50D-4347-9FB7-2D438523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5586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9594-9589-4590-8C56-D1F03367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33D7A-5357-498B-9C73-1FCFCC19E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3ED88-A4F4-4895-A015-25382B51A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03AD4-B056-47F4-8F4C-D93BB034A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ECD01-E57E-4B84-8FA0-CA7CE46C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BB5FB-E881-4A19-ABD4-3D12B6AA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430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BE016-B927-4E41-8DD0-0AD50D88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F9252-4EDB-43C5-BA6E-5F0B035B2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12D06-C916-4DA7-872F-CD309AF98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C6BA8-8357-45AF-9D5F-90F11369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F2CC9-C561-4F6D-A15A-451CA82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69B0-EFF5-4820-9FA6-7F40E9FD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5681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1D8F-098A-4395-9465-455FCDB7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02A52-CA9C-4C87-8398-3AE519BFC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327FE-ACEE-41B6-8F1C-0F0E2B6D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797BD-577C-4491-A662-D8BF6921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7B9D4-5E8E-428A-AC04-F064C68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138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5E83F-31E2-4C7A-B0F1-C8EA3912F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42454-2C6A-4735-8D17-5AEC4386E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1D5CA-0609-4AA7-96BF-68C3A732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86246-BD5B-4DB8-A043-848519FB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8508B-D4EB-4B3C-BD2B-A08D21AF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4841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E564A1-1E3B-4ABD-9E10-0EB126739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31237-3F86-4207-906F-94A5801E9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21D18-9B0C-457B-B94A-1561003D8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F866D-4D1E-42FA-A542-463EC7999CEB}" type="datetimeFigureOut">
              <a:rPr lang="th-TH" smtClean="0"/>
              <a:t>12/08/64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FED48-7826-4051-948D-C1AFC1DAF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5B7F9-7F35-455E-96A6-0CA738861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757DE-64F5-4EB7-A30A-D68F63ABA0D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496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327ECE-7F29-4A63-819B-0DBAD5B97497}"/>
              </a:ext>
            </a:extLst>
          </p:cNvPr>
          <p:cNvSpPr/>
          <p:nvPr/>
        </p:nvSpPr>
        <p:spPr>
          <a:xfrm>
            <a:off x="3412435" y="993913"/>
            <a:ext cx="1364974" cy="5208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Kong </a:t>
            </a:r>
            <a:r>
              <a:rPr lang="en-US" sz="1800" dirty="0" err="1"/>
              <a:t>Api</a:t>
            </a:r>
            <a:r>
              <a:rPr lang="en-US" sz="1800" dirty="0"/>
              <a:t> </a:t>
            </a:r>
            <a:r>
              <a:rPr lang="en-US" sz="1800" dirty="0" err="1"/>
              <a:t>getway</a:t>
            </a:r>
            <a:endParaRPr lang="th-TH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A5E78-F8E4-407A-A599-04A3C3B8C6CC}"/>
              </a:ext>
            </a:extLst>
          </p:cNvPr>
          <p:cNvSpPr/>
          <p:nvPr/>
        </p:nvSpPr>
        <p:spPr>
          <a:xfrm>
            <a:off x="5163381" y="2252870"/>
            <a:ext cx="1709530" cy="27001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Nodejs</a:t>
            </a:r>
            <a:endParaRPr lang="th-T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5DB91B-CDF5-4682-BE91-E9DA2833A08F}"/>
              </a:ext>
            </a:extLst>
          </p:cNvPr>
          <p:cNvSpPr/>
          <p:nvPr/>
        </p:nvSpPr>
        <p:spPr>
          <a:xfrm>
            <a:off x="7806336" y="2954417"/>
            <a:ext cx="1500820" cy="1292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Elastic</a:t>
            </a:r>
          </a:p>
          <a:p>
            <a:pPr algn="ctr"/>
            <a:r>
              <a:rPr lang="en-US" dirty="0"/>
              <a:t>search</a:t>
            </a:r>
            <a:endParaRPr lang="th-T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9A6C86-28CC-40F2-9C05-BFC8F1339E0F}"/>
              </a:ext>
            </a:extLst>
          </p:cNvPr>
          <p:cNvSpPr/>
          <p:nvPr/>
        </p:nvSpPr>
        <p:spPr>
          <a:xfrm>
            <a:off x="7813807" y="1060174"/>
            <a:ext cx="1500820" cy="1113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Drupal 9</a:t>
            </a:r>
            <a:endParaRPr lang="th-TH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33293-ED2E-4E77-B81F-F73250BE4A76}"/>
              </a:ext>
            </a:extLst>
          </p:cNvPr>
          <p:cNvSpPr/>
          <p:nvPr/>
        </p:nvSpPr>
        <p:spPr>
          <a:xfrm>
            <a:off x="543333" y="2252870"/>
            <a:ext cx="1914942" cy="1007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Website</a:t>
            </a:r>
            <a:endParaRPr lang="th-T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DB2637-23BD-413C-9DA8-2A372A9F8BD1}"/>
              </a:ext>
            </a:extLst>
          </p:cNvPr>
          <p:cNvSpPr/>
          <p:nvPr/>
        </p:nvSpPr>
        <p:spPr>
          <a:xfrm>
            <a:off x="543333" y="4287078"/>
            <a:ext cx="1914942" cy="1007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mobile</a:t>
            </a:r>
            <a:endParaRPr lang="th-T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D75A1C-8E63-4A83-A723-D2861A3FD6AD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2458275" y="2756453"/>
            <a:ext cx="954160" cy="84151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5D0510-07EC-45FF-82F4-8C7892CE58AB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458275" y="3597965"/>
            <a:ext cx="954160" cy="117281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F73354-5ABB-4285-BFD8-274C83FD0FC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777409" y="3597965"/>
            <a:ext cx="385972" cy="498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B6F46C-C69E-4291-B589-1E997398D083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6872911" y="1616766"/>
            <a:ext cx="940896" cy="198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72D7566-C2E3-4FCA-9BE9-B5C6C127049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872911" y="3600455"/>
            <a:ext cx="933425" cy="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29FE11-E422-4A23-BE67-E92DCD2A7E6A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8556746" y="2173358"/>
            <a:ext cx="7471" cy="781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FB2AA5C-C568-4794-A1CC-F418CAB24C12}"/>
              </a:ext>
            </a:extLst>
          </p:cNvPr>
          <p:cNvCxnSpPr>
            <a:cxnSpLocks/>
            <a:stCxn id="5" idx="3"/>
            <a:endCxn id="44" idx="2"/>
          </p:cNvCxnSpPr>
          <p:nvPr/>
        </p:nvCxnSpPr>
        <p:spPr>
          <a:xfrm>
            <a:off x="6872911" y="3602946"/>
            <a:ext cx="1151281" cy="2093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8CCF97-635D-4DF4-A29D-2F07E6F7A6B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314627" y="1616766"/>
            <a:ext cx="104194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Cylinder 42">
            <a:extLst>
              <a:ext uri="{FF2B5EF4-FFF2-40B4-BE49-F238E27FC236}">
                <a16:creationId xmlns:a16="http://schemas.microsoft.com/office/drawing/2014/main" id="{886A0065-2B10-4F66-B8C6-D5F6E14B09CF}"/>
              </a:ext>
            </a:extLst>
          </p:cNvPr>
          <p:cNvSpPr/>
          <p:nvPr/>
        </p:nvSpPr>
        <p:spPr>
          <a:xfrm>
            <a:off x="10356572" y="1060174"/>
            <a:ext cx="1066802" cy="100716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Postgres 11</a:t>
            </a:r>
            <a:endParaRPr lang="th-TH" sz="2000" dirty="0"/>
          </a:p>
          <a:p>
            <a:pPr algn="ctr"/>
            <a:endParaRPr lang="th-TH" dirty="0"/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81055A3A-8F5B-42CA-8F7E-D5DDA5243232}"/>
              </a:ext>
            </a:extLst>
          </p:cNvPr>
          <p:cNvSpPr/>
          <p:nvPr/>
        </p:nvSpPr>
        <p:spPr>
          <a:xfrm>
            <a:off x="8024192" y="4953021"/>
            <a:ext cx="1364974" cy="14875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MongoDB</a:t>
            </a:r>
            <a:endParaRPr lang="th-TH" sz="2000" dirty="0"/>
          </a:p>
          <a:p>
            <a:pPr algn="ctr"/>
            <a:endParaRPr lang="th-TH" dirty="0"/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D61F61A-8C98-4A6D-82D1-09163F543AAE}"/>
              </a:ext>
            </a:extLst>
          </p:cNvPr>
          <p:cNvCxnSpPr>
            <a:cxnSpLocks/>
            <a:endCxn id="44" idx="4"/>
          </p:cNvCxnSpPr>
          <p:nvPr/>
        </p:nvCxnSpPr>
        <p:spPr>
          <a:xfrm rot="5400000">
            <a:off x="7572373" y="3433562"/>
            <a:ext cx="4080021" cy="4464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310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Somkid Simajarn</dc:creator>
  <cp:lastModifiedBy>Somkid Simajarn</cp:lastModifiedBy>
  <cp:revision>5</cp:revision>
  <dcterms:created xsi:type="dcterms:W3CDTF">2021-08-12T08:19:50Z</dcterms:created>
  <dcterms:modified xsi:type="dcterms:W3CDTF">2021-08-12T08:49:43Z</dcterms:modified>
</cp:coreProperties>
</file>